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400" d="100"/>
          <a:sy n="400" d="100"/>
        </p:scale>
        <p:origin x="-12076" y="-104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819C5F-8094-7223-C478-B767D00FC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C9DF181-E682-E334-945D-C98639365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5F3EA5-613B-DF30-8CA0-83A3B4472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2CD3A-A53B-4C1C-A34B-E41F0B9D9EC1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6C6893-4824-49E4-1696-47294AC92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43A174-3BF7-94F2-CE61-7B7970609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84687-EB7B-4CE5-ADC7-0902D8ABEF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3422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025888-692F-E849-5CD1-23239C7FD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815317-AB26-7619-A306-C09076DCF7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88CF2E-C215-5B7A-58AE-2555606D7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2CD3A-A53B-4C1C-A34B-E41F0B9D9EC1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72D60D-FB45-9023-B0D6-CBF0D2ACC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37A33B-2D17-2D7E-0116-5CADD4DD1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84687-EB7B-4CE5-ADC7-0902D8ABEF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5829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22F7F6-572E-CFD9-271D-C912C79D5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A1DF46E-E741-B143-CF9D-0C23943222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97CE1F-F724-F538-B3BD-7103076BA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2CD3A-A53B-4C1C-A34B-E41F0B9D9EC1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50FC58-A048-5F6F-0E1F-9B714EA60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C0D880-F450-16E5-9011-7846C6EE5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84687-EB7B-4CE5-ADC7-0902D8ABEF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7435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32F37E-4D23-D9D4-9A6B-5F7087195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353BBF-3D5A-E49E-FE0D-0EF88A6A64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1C511E2-F588-B8AD-BC33-5E53EBB158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DC1BE63-EAE0-C332-7D77-18EDA8DD2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2CD3A-A53B-4C1C-A34B-E41F0B9D9EC1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9862E8A-290E-033A-0501-CC91A0155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DAFA1E7-32A9-94EE-45AD-6CEAB203A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84687-EB7B-4CE5-ADC7-0902D8ABEF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7174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62B05C-C3B9-63DA-24E6-90D438B38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1A8C8A-65D9-3369-6A40-6D9E5AFD89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5489182-A143-2A69-8F94-1B3DCADC9B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5A5511A-C2F1-EF98-065A-70AE3508F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57A8F57-9EC3-C065-F48E-4EC8988871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159EC18-9932-6CCA-B550-70ABD5A05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2CD3A-A53B-4C1C-A34B-E41F0B9D9EC1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B420F7B-F510-1382-ABBD-3397E60D6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5D1BF97-6518-83B1-9738-46550CF09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84687-EB7B-4CE5-ADC7-0902D8ABEF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924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0ED3A6-F248-A9B2-0FF4-39E54063E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6BFCDD1-B0EB-DF92-1447-BE99C3FCA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2CD3A-A53B-4C1C-A34B-E41F0B9D9EC1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B1E15F0-0698-210B-EBF7-31F1A40BF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01D693A-917E-116C-368D-94CD3E9D8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84687-EB7B-4CE5-ADC7-0902D8ABEF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3937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C729CE2-569E-F74B-328F-0398BC13E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2CD3A-A53B-4C1C-A34B-E41F0B9D9EC1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6CBC123-E485-C6E7-487A-201E29B87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D4B86A6-81A3-FAF9-8045-18FA48CEB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84687-EB7B-4CE5-ADC7-0902D8ABEF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6208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7453E2-E810-F149-523B-BA0121F1A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D18D4A-CD89-6691-1D29-FF4E3B242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6BE22B6-0985-7F16-3A86-E8318273BC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AD536D7-136F-15C3-803B-E7DF1B6B6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2CD3A-A53B-4C1C-A34B-E41F0B9D9EC1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758D8C2-52CE-F903-CC45-F8FE7A572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7813E32-52CF-3311-9E97-59B397E7C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84687-EB7B-4CE5-ADC7-0902D8ABEF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3503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BF0DE3-BCEC-1863-F012-BAD84E08F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9777CB5-1750-385A-8B39-B72205E368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1B33BCD-55DA-7E1C-42EF-C02846357E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47CC97A-3F90-AEF2-B6A9-D92489DD6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2CD3A-A53B-4C1C-A34B-E41F0B9D9EC1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47B527-EAFB-126A-A75C-6AADD7BAA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2BADADF-27B8-1DB3-3379-0D347AB6E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84687-EB7B-4CE5-ADC7-0902D8ABEF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9098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D5BCFC-FBEC-7820-8172-3F27D6B52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9FB7715-01A5-D5DF-C245-87427E7383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D78B65-EC27-9F27-E934-14DBC36F5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2CD3A-A53B-4C1C-A34B-E41F0B9D9EC1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33F97B-12FA-2DB7-DDE0-F92BD898F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02F52C-C318-B128-4FD2-52094E9FB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84687-EB7B-4CE5-ADC7-0902D8ABEF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2853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7DCDCFE-D611-E876-93A3-617B84D8B1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D018A61-8E20-B944-C3C6-863D3D1C23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316E0A-5E37-1059-C7B5-4ED701343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2CD3A-A53B-4C1C-A34B-E41F0B9D9EC1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FADE8E-66A2-ECE0-777C-DC3600459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2B9766-6699-B21B-5859-C499A1A36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84687-EB7B-4CE5-ADC7-0902D8ABEF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2779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2502061-A189-38F3-7BC5-1503604F7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E14D339-4BA0-1109-5389-786092F111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42B6ED-51F1-DB4A-8EB3-D3F4E50A7E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42CD3A-A53B-4C1C-A34B-E41F0B9D9EC1}" type="datetimeFigureOut">
              <a:rPr lang="zh-CN" altLang="en-US" smtClean="0"/>
              <a:t>2026/3/4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3C66BD-7B8C-3DDF-196F-427CBB7E90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729231-2343-EB6B-A5F4-6C02B88725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F84687-EB7B-4CE5-ADC7-0902D8ABEF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6082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2A3F82-133A-2B22-B08F-1BD4FE45DB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A859030-85DE-4A0F-9DC0-081AD2B749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9DF6B48-F246-8A5B-9F33-A9E686A4D1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8897" y="1055572"/>
            <a:ext cx="3202150" cy="4680065"/>
          </a:xfrm>
          <a:prstGeom prst="rect">
            <a:avLst/>
          </a:prstGeo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F697CA41-40D0-18B6-2A5E-D99EEEDA5969}"/>
              </a:ext>
            </a:extLst>
          </p:cNvPr>
          <p:cNvCxnSpPr/>
          <p:nvPr/>
        </p:nvCxnSpPr>
        <p:spPr>
          <a:xfrm flipV="1">
            <a:off x="5922441" y="4732341"/>
            <a:ext cx="0" cy="84878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3DD23738-04F6-0A8C-A132-3A00F6B62B5E}"/>
              </a:ext>
            </a:extLst>
          </p:cNvPr>
          <p:cNvCxnSpPr/>
          <p:nvPr/>
        </p:nvCxnSpPr>
        <p:spPr>
          <a:xfrm flipV="1">
            <a:off x="5984345" y="4737075"/>
            <a:ext cx="0" cy="84878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72769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景业 葛</dc:creator>
  <cp:lastModifiedBy>景业 葛</cp:lastModifiedBy>
  <cp:revision>1</cp:revision>
  <dcterms:created xsi:type="dcterms:W3CDTF">2026-03-04T12:07:17Z</dcterms:created>
  <dcterms:modified xsi:type="dcterms:W3CDTF">2026-03-04T12:10:30Z</dcterms:modified>
</cp:coreProperties>
</file>